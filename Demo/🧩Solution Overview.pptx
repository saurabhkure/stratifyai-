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6CD8DB-D56A-4C86-BE3C-66F883C6F428}" v="6" dt="2025-10-21T05:10:47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bh Kure" userId="be157358-1a02-40ff-9e21-67f8cdf5b90b" providerId="ADAL" clId="{956CD8DB-D56A-4C86-BE3C-66F883C6F428}"/>
    <pc:docChg chg="undo custSel addSld delSld modSld">
      <pc:chgData name="Saurabh Kure" userId="be157358-1a02-40ff-9e21-67f8cdf5b90b" providerId="ADAL" clId="{956CD8DB-D56A-4C86-BE3C-66F883C6F428}" dt="2025-10-21T10:29:46.983" v="68" actId="26606"/>
      <pc:docMkLst>
        <pc:docMk/>
      </pc:docMkLst>
      <pc:sldChg chg="modSp mod">
        <pc:chgData name="Saurabh Kure" userId="be157358-1a02-40ff-9e21-67f8cdf5b90b" providerId="ADAL" clId="{956CD8DB-D56A-4C86-BE3C-66F883C6F428}" dt="2025-10-21T03:58:14.014" v="44" actId="1076"/>
        <pc:sldMkLst>
          <pc:docMk/>
          <pc:sldMk cId="4143862921" sldId="256"/>
        </pc:sldMkLst>
        <pc:picChg chg="mod">
          <ac:chgData name="Saurabh Kure" userId="be157358-1a02-40ff-9e21-67f8cdf5b90b" providerId="ADAL" clId="{956CD8DB-D56A-4C86-BE3C-66F883C6F428}" dt="2025-10-21T03:58:14.014" v="44" actId="1076"/>
          <ac:picMkLst>
            <pc:docMk/>
            <pc:sldMk cId="4143862921" sldId="256"/>
            <ac:picMk id="5" creationId="{27285556-208C-379E-F29F-265ADB6E3BAA}"/>
          </ac:picMkLst>
        </pc:picChg>
      </pc:sldChg>
      <pc:sldChg chg="modSp mod">
        <pc:chgData name="Saurabh Kure" userId="be157358-1a02-40ff-9e21-67f8cdf5b90b" providerId="ADAL" clId="{956CD8DB-D56A-4C86-BE3C-66F883C6F428}" dt="2025-10-21T03:58:18.830" v="52" actId="14100"/>
        <pc:sldMkLst>
          <pc:docMk/>
          <pc:sldMk cId="1375655102" sldId="257"/>
        </pc:sldMkLst>
        <pc:picChg chg="mod">
          <ac:chgData name="Saurabh Kure" userId="be157358-1a02-40ff-9e21-67f8cdf5b90b" providerId="ADAL" clId="{956CD8DB-D56A-4C86-BE3C-66F883C6F428}" dt="2025-10-21T03:58:17.469" v="50" actId="1076"/>
          <ac:picMkLst>
            <pc:docMk/>
            <pc:sldMk cId="1375655102" sldId="257"/>
            <ac:picMk id="7" creationId="{118E1C41-BCCC-5639-09AE-F90A321ADD86}"/>
          </ac:picMkLst>
        </pc:picChg>
        <pc:picChg chg="mod">
          <ac:chgData name="Saurabh Kure" userId="be157358-1a02-40ff-9e21-67f8cdf5b90b" providerId="ADAL" clId="{956CD8DB-D56A-4C86-BE3C-66F883C6F428}" dt="2025-10-21T03:58:18.830" v="52" actId="14100"/>
          <ac:picMkLst>
            <pc:docMk/>
            <pc:sldMk cId="1375655102" sldId="257"/>
            <ac:picMk id="9" creationId="{B79A3295-B377-B80C-E48F-0AF3C83E43D2}"/>
          </ac:picMkLst>
        </pc:picChg>
      </pc:sldChg>
      <pc:sldChg chg="addSp delSp mod">
        <pc:chgData name="Saurabh Kure" userId="be157358-1a02-40ff-9e21-67f8cdf5b90b" providerId="ADAL" clId="{956CD8DB-D56A-4C86-BE3C-66F883C6F428}" dt="2025-10-20T20:39:50.977" v="1" actId="22"/>
        <pc:sldMkLst>
          <pc:docMk/>
          <pc:sldMk cId="201483468" sldId="259"/>
        </pc:sldMkLst>
        <pc:spChg chg="add del">
          <ac:chgData name="Saurabh Kure" userId="be157358-1a02-40ff-9e21-67f8cdf5b90b" providerId="ADAL" clId="{956CD8DB-D56A-4C86-BE3C-66F883C6F428}" dt="2025-10-20T20:39:50.977" v="1" actId="22"/>
          <ac:spMkLst>
            <pc:docMk/>
            <pc:sldMk cId="201483468" sldId="259"/>
            <ac:spMk id="10" creationId="{5ADF175C-20F5-33AC-65B3-83A4B9FBF45E}"/>
          </ac:spMkLst>
        </pc:spChg>
      </pc:sldChg>
      <pc:sldChg chg="addSp delSp modSp add mod">
        <pc:chgData name="Saurabh Kure" userId="be157358-1a02-40ff-9e21-67f8cdf5b90b" providerId="ADAL" clId="{956CD8DB-D56A-4C86-BE3C-66F883C6F428}" dt="2025-10-21T03:58:39.190" v="59" actId="1076"/>
        <pc:sldMkLst>
          <pc:docMk/>
          <pc:sldMk cId="1232554897" sldId="260"/>
        </pc:sldMkLst>
        <pc:picChg chg="del">
          <ac:chgData name="Saurabh Kure" userId="be157358-1a02-40ff-9e21-67f8cdf5b90b" providerId="ADAL" clId="{956CD8DB-D56A-4C86-BE3C-66F883C6F428}" dt="2025-10-20T20:40:30.576" v="6" actId="21"/>
          <ac:picMkLst>
            <pc:docMk/>
            <pc:sldMk cId="1232554897" sldId="260"/>
            <ac:picMk id="4" creationId="{446563B1-D00B-CBD7-BA98-E0D0872274B7}"/>
          </ac:picMkLst>
        </pc:picChg>
        <pc:picChg chg="del">
          <ac:chgData name="Saurabh Kure" userId="be157358-1a02-40ff-9e21-67f8cdf5b90b" providerId="ADAL" clId="{956CD8DB-D56A-4C86-BE3C-66F883C6F428}" dt="2025-10-20T20:40:23.301" v="4" actId="21"/>
          <ac:picMkLst>
            <pc:docMk/>
            <pc:sldMk cId="1232554897" sldId="260"/>
            <ac:picMk id="6" creationId="{08A088B2-CEC2-0B53-0495-FD8E838F1C1F}"/>
          </ac:picMkLst>
        </pc:picChg>
        <pc:picChg chg="add mod">
          <ac:chgData name="Saurabh Kure" userId="be157358-1a02-40ff-9e21-67f8cdf5b90b" providerId="ADAL" clId="{956CD8DB-D56A-4C86-BE3C-66F883C6F428}" dt="2025-10-21T03:58:33.811" v="58" actId="1076"/>
          <ac:picMkLst>
            <pc:docMk/>
            <pc:sldMk cId="1232554897" sldId="260"/>
            <ac:picMk id="7" creationId="{08FF2D45-45E6-7B28-E277-B7A00750B2E3}"/>
          </ac:picMkLst>
        </pc:picChg>
        <pc:picChg chg="add mod">
          <ac:chgData name="Saurabh Kure" userId="be157358-1a02-40ff-9e21-67f8cdf5b90b" providerId="ADAL" clId="{956CD8DB-D56A-4C86-BE3C-66F883C6F428}" dt="2025-10-21T03:58:39.190" v="59" actId="1076"/>
          <ac:picMkLst>
            <pc:docMk/>
            <pc:sldMk cId="1232554897" sldId="260"/>
            <ac:picMk id="9" creationId="{AF4BD31B-FE60-FC59-93CD-099ED747E6A2}"/>
          </ac:picMkLst>
        </pc:picChg>
      </pc:sldChg>
      <pc:sldChg chg="addSp delSp modSp add mod setBg">
        <pc:chgData name="Saurabh Kure" userId="be157358-1a02-40ff-9e21-67f8cdf5b90b" providerId="ADAL" clId="{956CD8DB-D56A-4C86-BE3C-66F883C6F428}" dt="2025-10-21T10:29:46.983" v="68" actId="26606"/>
        <pc:sldMkLst>
          <pc:docMk/>
          <pc:sldMk cId="241256366" sldId="261"/>
        </pc:sldMkLst>
        <pc:spChg chg="mod">
          <ac:chgData name="Saurabh Kure" userId="be157358-1a02-40ff-9e21-67f8cdf5b90b" providerId="ADAL" clId="{956CD8DB-D56A-4C86-BE3C-66F883C6F428}" dt="2025-10-21T10:29:46.983" v="68" actId="26606"/>
          <ac:spMkLst>
            <pc:docMk/>
            <pc:sldMk cId="241256366" sldId="261"/>
            <ac:spMk id="2" creationId="{C81AAAA2-CCF2-5681-451C-95EE807CD0CA}"/>
          </ac:spMkLst>
        </pc:spChg>
        <pc:spChg chg="mod">
          <ac:chgData name="Saurabh Kure" userId="be157358-1a02-40ff-9e21-67f8cdf5b90b" providerId="ADAL" clId="{956CD8DB-D56A-4C86-BE3C-66F883C6F428}" dt="2025-10-21T10:29:46.983" v="68" actId="26606"/>
          <ac:spMkLst>
            <pc:docMk/>
            <pc:sldMk cId="241256366" sldId="261"/>
            <ac:spMk id="3" creationId="{B739D649-0E40-EF9C-5CB1-8DB63DCD90D5}"/>
          </ac:spMkLst>
        </pc:spChg>
        <pc:spChg chg="add del">
          <ac:chgData name="Saurabh Kure" userId="be157358-1a02-40ff-9e21-67f8cdf5b90b" providerId="ADAL" clId="{956CD8DB-D56A-4C86-BE3C-66F883C6F428}" dt="2025-10-21T10:29:46.983" v="68" actId="26606"/>
          <ac:spMkLst>
            <pc:docMk/>
            <pc:sldMk cId="241256366" sldId="261"/>
            <ac:spMk id="10" creationId="{BCED4D40-4B67-4331-AC48-79B82B4A47D8}"/>
          </ac:spMkLst>
        </pc:spChg>
        <pc:spChg chg="add del">
          <ac:chgData name="Saurabh Kure" userId="be157358-1a02-40ff-9e21-67f8cdf5b90b" providerId="ADAL" clId="{956CD8DB-D56A-4C86-BE3C-66F883C6F428}" dt="2025-10-21T10:29:46.983" v="68" actId="26606"/>
          <ac:spMkLst>
            <pc:docMk/>
            <pc:sldMk cId="241256366" sldId="261"/>
            <ac:spMk id="12" creationId="{670CEDEF-4F34-412E-84EE-329C1E936AF5}"/>
          </ac:spMkLst>
        </pc:spChg>
        <pc:picChg chg="add mod">
          <ac:chgData name="Saurabh Kure" userId="be157358-1a02-40ff-9e21-67f8cdf5b90b" providerId="ADAL" clId="{956CD8DB-D56A-4C86-BE3C-66F883C6F428}" dt="2025-10-21T10:29:46.983" v="68" actId="26606"/>
          <ac:picMkLst>
            <pc:docMk/>
            <pc:sldMk cId="241256366" sldId="261"/>
            <ac:picMk id="5" creationId="{D9DDCEBE-92FD-F747-40AF-DDD250963E9E}"/>
          </ac:picMkLst>
        </pc:picChg>
        <pc:picChg chg="del">
          <ac:chgData name="Saurabh Kure" userId="be157358-1a02-40ff-9e21-67f8cdf5b90b" providerId="ADAL" clId="{956CD8DB-D56A-4C86-BE3C-66F883C6F428}" dt="2025-10-20T20:48:01.869" v="24" actId="478"/>
          <ac:picMkLst>
            <pc:docMk/>
            <pc:sldMk cId="241256366" sldId="261"/>
            <ac:picMk id="7" creationId="{0BBBD41B-CB55-C3EF-7241-90BAD48D2782}"/>
          </ac:picMkLst>
        </pc:picChg>
        <pc:picChg chg="del">
          <ac:chgData name="Saurabh Kure" userId="be157358-1a02-40ff-9e21-67f8cdf5b90b" providerId="ADAL" clId="{956CD8DB-D56A-4C86-BE3C-66F883C6F428}" dt="2025-10-20T20:47:59.974" v="23" actId="478"/>
          <ac:picMkLst>
            <pc:docMk/>
            <pc:sldMk cId="241256366" sldId="261"/>
            <ac:picMk id="9" creationId="{DA558163-19C8-6B30-AB7C-B6079BAA26F5}"/>
          </ac:picMkLst>
        </pc:picChg>
      </pc:sldChg>
      <pc:sldChg chg="addSp delSp modSp add del mod">
        <pc:chgData name="Saurabh Kure" userId="be157358-1a02-40ff-9e21-67f8cdf5b90b" providerId="ADAL" clId="{956CD8DB-D56A-4C86-BE3C-66F883C6F428}" dt="2025-10-21T10:29:36.283" v="66" actId="2696"/>
        <pc:sldMkLst>
          <pc:docMk/>
          <pc:sldMk cId="20448919" sldId="262"/>
        </pc:sldMkLst>
        <pc:graphicFrameChg chg="add mod">
          <ac:chgData name="Saurabh Kure" userId="be157358-1a02-40ff-9e21-67f8cdf5b90b" providerId="ADAL" clId="{956CD8DB-D56A-4C86-BE3C-66F883C6F428}" dt="2025-10-21T05:10:44.225" v="65"/>
          <ac:graphicFrameMkLst>
            <pc:docMk/>
            <pc:sldMk cId="20448919" sldId="262"/>
            <ac:graphicFrameMk id="7" creationId="{9E9FFEA7-E9E9-1D6A-A7CA-988304649119}"/>
          </ac:graphicFrameMkLst>
        </pc:graphicFrameChg>
        <pc:picChg chg="add mod">
          <ac:chgData name="Saurabh Kure" userId="be157358-1a02-40ff-9e21-67f8cdf5b90b" providerId="ADAL" clId="{956CD8DB-D56A-4C86-BE3C-66F883C6F428}" dt="2025-10-21T05:10:33.453" v="63"/>
          <ac:picMkLst>
            <pc:docMk/>
            <pc:sldMk cId="20448919" sldId="262"/>
            <ac:picMk id="4" creationId="{23524979-4564-C738-F177-425630A3BD12}"/>
          </ac:picMkLst>
        </pc:picChg>
        <pc:picChg chg="del">
          <ac:chgData name="Saurabh Kure" userId="be157358-1a02-40ff-9e21-67f8cdf5b90b" providerId="ADAL" clId="{956CD8DB-D56A-4C86-BE3C-66F883C6F428}" dt="2025-10-21T05:10:32.346" v="62" actId="21"/>
          <ac:picMkLst>
            <pc:docMk/>
            <pc:sldMk cId="20448919" sldId="262"/>
            <ac:picMk id="5" creationId="{23524979-4564-C738-F177-425630A3BD12}"/>
          </ac:picMkLst>
        </pc:picChg>
        <pc:picChg chg="add mod">
          <ac:chgData name="Saurabh Kure" userId="be157358-1a02-40ff-9e21-67f8cdf5b90b" providerId="ADAL" clId="{956CD8DB-D56A-4C86-BE3C-66F883C6F428}" dt="2025-10-21T05:10:34.984" v="64"/>
          <ac:picMkLst>
            <pc:docMk/>
            <pc:sldMk cId="20448919" sldId="262"/>
            <ac:picMk id="6" creationId="{5892A6AE-3291-D32B-D630-337156B32D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4F52-4FB8-E8CC-7598-CD9503E26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B7D12-C142-817E-D156-7E89995FC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C0DD4-30A6-C4D8-2048-221B2761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8B2EB-B8C4-0CD6-896F-AF5E7734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4A1D-C628-BC97-02E5-179643CC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80D8-8D41-4624-79F4-9F2F7F90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8AB4-F1B4-288B-D28E-ECD7CEDC0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860EA-D2AB-A23C-BF30-75A35C7B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44203-A7AD-800E-78EA-5D7C4982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5B216-79FB-F168-4616-84B5C076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16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E1AF-4CC3-D9CA-0989-DCFA98F9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EE4AA-0AFD-3215-4036-3E1F5CB7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0A7D9-4942-EAAB-806C-A3F8CCE7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84CC0-FC46-DF53-0809-DF3101F4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B578C-2DDF-8F55-6655-D4FD5E79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65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4420-A954-E6CB-BE92-5E716F2B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4FD42-6666-725B-4912-6F5C31D11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D9532-44E7-E890-B862-35CB69536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1DBC7-44E0-485A-2C51-CC7F50BA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E9539-A3C5-BD33-7E46-9F400495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A5A39-B68C-FECF-3D85-B1E6FE41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04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7F64-3B16-77F9-6A0A-515DBE0F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266E-F9F4-BA93-C06F-C45FB552F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52497-897E-1327-26F8-BA6E6C0C6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7559E-3AA4-3228-71E2-29A83AC60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0FD05-9789-9452-358F-68E567247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8EC4B-DF34-2B5A-0EF9-D08FC990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BA52C-838D-C8AE-F236-BC27FF8C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7893A-E59D-E5EF-D2B1-A2B74A3E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87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A4C8-F85C-B9F4-A8A0-2AAA910B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156AB-B75E-D5A8-C3C9-F0519F54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0EF5F-9F2A-9435-0734-D3161EF7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8550A-9554-7F06-874D-C568A51E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3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7A197-43E2-47B7-C44C-94C49489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398EA-452B-24FE-F2FA-F7E9DD48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5A81-2BB6-04D9-3E4B-A37525A3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5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59A8-235F-7339-CCBC-2F2EE3C9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CCC5-3526-9922-E25D-7557159CB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9C8F1-D888-35F7-7EDB-231E58B05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0F5EE-846E-E398-C68A-600F1D4E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89ACE-35E3-898C-2A3A-F957143F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18DD4-18F1-ADC0-3C08-E969FDE7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24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BE07-88B9-78A6-5241-B583D6F2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03ADF-D50D-4ABC-9C00-FEB371D34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B4088-65BC-3346-648B-A1C47FF72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C69C3-9B64-53BA-EE11-0481CE4A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F1E0-D407-8DC7-5812-8905C06E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7BD5F-5609-A6B7-1B2A-88D01292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04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A820-70DC-DA07-7050-8EA4B582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70CA7-3504-1624-6C8A-07C0161DB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10D7F-DCC5-5078-9701-ABF67728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7E73-4B2F-4624-8990-EB5D6831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03E0-EDED-5CD8-D4B4-384F27BC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1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E5307-0999-8F8D-C0DC-6BE783154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5A1CC-3F8E-EAE4-B056-6B51F9888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763B-FD7D-E6A8-DEC9-EDD17320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DE62C-3AAA-B2E1-E591-5BA93672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1584C-B6B3-84BF-E684-D28BE9DB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9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DA777-5E1F-F671-EE1D-48254801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7383A-2FDC-A073-E0F8-4A0E57C0C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E8CBC-481A-F796-4196-06C32FD8C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F7C8F-AC52-467E-A097-CCA30822398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86EB0-6311-786C-E7B6-03ED5F63F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884F-3673-09FC-AC78-26E951219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570C4-EF26-4C38-A025-BFE889402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0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85556-208C-379E-F29F-265ADB6E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3" b="29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E3D15-559A-C5F5-3EAE-2BD63117A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r>
              <a:rPr lang="en-IN" sz="3600" dirty="0"/>
              <a:t>🧩Solution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FC217-0450-621C-E40D-9E2018D21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14386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BC90-853D-21F4-A3DC-A6380ED6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6DA2-53F5-7003-7E5A-01C766E68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r>
              <a:rPr lang="en-IN" sz="3600" dirty="0"/>
              <a:t>🧩Solution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933D6-FB52-5CE7-9517-D9B5F634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endParaRPr lang="en-IN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E1C41-BCCC-5639-09AE-F90A321AD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4" y="532848"/>
            <a:ext cx="10745131" cy="2964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A3295-B377-B80C-E48F-0AF3C83E4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33" y="1752218"/>
            <a:ext cx="10745131" cy="484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5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C45D-9A26-4E0C-271F-A581BD40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3A76-C589-1665-7DB8-1E9C2A434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r>
              <a:rPr lang="en-IN" sz="3600" dirty="0"/>
              <a:t>🧩Solution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4E6A0-E497-04B6-ADD0-90112D082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endParaRPr lang="en-IN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E105B-7FEE-4537-E956-9909A8185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56" y="1352144"/>
            <a:ext cx="10912786" cy="3863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60325-F32E-590A-AB49-F64BF3D9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9" y="763693"/>
            <a:ext cx="11785601" cy="456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2D8B5-A3CE-6560-6524-DAA95873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7633-AA96-9520-A25A-BA41F796C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r>
              <a:rPr lang="en-IN" sz="3600" dirty="0"/>
              <a:t>🧩Solution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F2EF4-F0CB-157B-55B6-36761D79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endParaRPr lang="en-IN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F2D45-45E6-7B28-E277-B7A00750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55" y="158069"/>
            <a:ext cx="9555196" cy="3501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4BD31B-FE60-FC59-93CD-099ED747E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021" y="3018290"/>
            <a:ext cx="9555196" cy="336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5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20A4-3328-2005-E87A-1C7D5AE2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AAA2-CCF2-5681-451C-95EE807CD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r>
              <a:rPr lang="en-IN" sz="3600"/>
              <a:t>🧩Solution Overview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9D649-0E40-EF9C-5CB1-8DB63DCD9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r>
              <a:rPr lang="en-IN" sz="2000"/>
              <a:t>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DCEBE-92FD-F747-40AF-DDD25096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69" y="1527661"/>
            <a:ext cx="11641061" cy="33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f69597-1723-4eef-9107-d32f8b34fd24}" enabled="1" method="Privileged" siteId="{f06fa858-824b-4a85-aacb-f372cfdc28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16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🧩Solution Overview</vt:lpstr>
      <vt:lpstr>🧩Solution Overview</vt:lpstr>
      <vt:lpstr>🧩Solution Overview</vt:lpstr>
      <vt:lpstr>🧩Solution Overview</vt:lpstr>
      <vt:lpstr>🧩Solution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Kure</dc:creator>
  <cp:lastModifiedBy>Saurabh Kure</cp:lastModifiedBy>
  <cp:revision>1</cp:revision>
  <dcterms:created xsi:type="dcterms:W3CDTF">2025-10-20T20:30:32Z</dcterms:created>
  <dcterms:modified xsi:type="dcterms:W3CDTF">2025-10-21T10:29:54Z</dcterms:modified>
</cp:coreProperties>
</file>